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899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19" y="578498"/>
            <a:ext cx="9830733" cy="3134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of Preprocessing, Post-Processing, and Evaluation Techniques in Machine Learning Models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703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practices for building a robust, interpretable, and generalizable machine learning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BATHALA HEMANTH KUMAR   |   Register No: 192324238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PANKU MANIDEEP  | Register No: 192212252</a:t>
            </a:r>
          </a:p>
        </p:txBody>
      </p:sp>
      <p:sp>
        <p:nvSpPr>
          <p:cNvPr id="7" name="Shape 5"/>
          <p:cNvSpPr/>
          <p:nvPr/>
        </p:nvSpPr>
        <p:spPr>
          <a:xfrm>
            <a:off x="777240" y="5074920"/>
            <a:ext cx="1874520" cy="594360"/>
          </a:xfrm>
          <a:prstGeom prst="roundRect">
            <a:avLst>
              <a:gd name="adj" fmla="val 15385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50749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7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50749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70048" y="507492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C7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1800" y="5074920"/>
            <a:ext cx="1874520" cy="594360"/>
          </a:xfrm>
          <a:prstGeom prst="roundRect">
            <a:avLst>
              <a:gd name="adj" fmla="val 15385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50749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7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5848" y="50749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507492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C7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66360" y="5074920"/>
            <a:ext cx="1874520" cy="594360"/>
          </a:xfrm>
          <a:prstGeom prst="roundRect">
            <a:avLst>
              <a:gd name="adj" fmla="val 15385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50749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7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50408" y="50749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59168" y="507492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C7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60920" y="5074920"/>
            <a:ext cx="1874520" cy="594360"/>
          </a:xfrm>
          <a:prstGeom prst="roundRect">
            <a:avLst>
              <a:gd name="adj" fmla="val 15385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50749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7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44968" y="50749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raw data to improve model efficiency and reliability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correct inconsistent entries, and fix formatting errors before any modeling begins. Standardizing units and date formats also prevents subtle downstream errors.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8562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Values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or remove nulls using mean/median, mode, or model-based imputation depending on the feature type. Flagging imputed values as a separate feature preserves missingness signal.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325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9834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 features (min-max or z-score) so no single variable dominates due to magnitude alone. Fit the scaler on training data only, to avoid leaking test information.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325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49834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the most predictive variables and drop redundant or low-signal ones to reduce noise and overfitting. Correlation filters and importance scores both help guide this choice.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raw model output into decisions people can trust and act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920240"/>
            <a:ext cx="731520" cy="731520"/>
          </a:xfrm>
          <a:prstGeom prst="ellipse">
            <a:avLst/>
          </a:prstGeom>
          <a:solidFill>
            <a:srgbClr val="4C7EF3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Refinement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880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or aggregate raw predictions, resolve conflicting outputs, and apply business rules before results reach an end user. Ensembling multiple models can further stabilize the final prediction.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33672" y="160020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82412" y="1920240"/>
            <a:ext cx="731520" cy="731520"/>
          </a:xfrm>
          <a:prstGeom prst="ellipse">
            <a:avLst/>
          </a:prstGeom>
          <a:solidFill>
            <a:srgbClr val="4C7EF3"/>
          </a:solidFill>
          <a:ln/>
        </p:spPr>
      </p:sp>
      <p:sp>
        <p:nvSpPr>
          <p:cNvPr id="11" name="Text 9"/>
          <p:cNvSpPr/>
          <p:nvPr/>
        </p:nvSpPr>
        <p:spPr>
          <a:xfrm>
            <a:off x="5582412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62272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7992" y="3383280"/>
            <a:ext cx="2880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decision cutoff (e.g. classification threshold) to balance false positives and false negatives for the use case. ROC and precision-recall curves help locate the best operating point.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18704" y="160020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67444" y="1920240"/>
            <a:ext cx="731520" cy="731520"/>
          </a:xfrm>
          <a:prstGeom prst="ellipse">
            <a:avLst/>
          </a:prstGeom>
          <a:solidFill>
            <a:srgbClr val="4C7EF3"/>
          </a:solidFill>
          <a:ln/>
        </p:spPr>
      </p:sp>
      <p:sp>
        <p:nvSpPr>
          <p:cNvPr id="16" name="Text 14"/>
          <p:cNvSpPr/>
          <p:nvPr/>
        </p:nvSpPr>
        <p:spPr>
          <a:xfrm>
            <a:off x="9267444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47304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93024" y="3383280"/>
            <a:ext cx="2880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outputs through charts, dashboards, or score breakdowns so results are interpretable to non-technical stakeholders. Confidence indicators add further transparency to each prediction.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model quality beyond a single accuracy number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2496312"/>
            <a:ext cx="16916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(TP+TN) / Total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share of correct predictions — can be misleading on imbalanced data. Best used when classes are roughly balanced.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4C7EF3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874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2496312"/>
            <a:ext cx="16916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(TP+FP)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291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positive predictions, how many were actually correct. Matters most when false positives are costly.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874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75120" y="2496312"/>
            <a:ext cx="16916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(TP+FN)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positives, how many the model successfully caught. Matters most when missed positives are costly.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4C7EF3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1874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509760" y="2496312"/>
            <a:ext cx="16916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(P·R)/(P+R)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3291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 — a single balanced measure. Useful when both false positives and negatives matter.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Robustness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 model generalizes beyond the data it was trained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05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Cross-Validation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into multiple folds so every observation is used for both training and testing.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risk that performance looks good only because of a lucky train/test split.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(commonly k = 5 or 10) rotates the held-out fold and averages results across runs.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validated this way generalizes more reliably to unseen, real-world cases.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supports hyperparameter tuning without touching the final held-out test set.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9864" y="1590040"/>
            <a:ext cx="6309360" cy="406908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783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 Cross-Validation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72200" y="233172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20840" y="2331720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4C7EF3"/>
          </a:solidFill>
          <a:ln/>
        </p:spPr>
      </p:sp>
      <p:sp>
        <p:nvSpPr>
          <p:cNvPr id="11" name="Shape 9"/>
          <p:cNvSpPr/>
          <p:nvPr/>
        </p:nvSpPr>
        <p:spPr>
          <a:xfrm>
            <a:off x="7783373" y="2331720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2" name="Shape 10"/>
          <p:cNvSpPr/>
          <p:nvPr/>
        </p:nvSpPr>
        <p:spPr>
          <a:xfrm>
            <a:off x="8845906" y="2331720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8438" y="2331720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0971" y="2331720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990088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2990088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3373" y="2990088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4C7EF3"/>
          </a:solidFill>
          <a:ln/>
        </p:spPr>
      </p:sp>
      <p:sp>
        <p:nvSpPr>
          <p:cNvPr id="18" name="Shape 16"/>
          <p:cNvSpPr/>
          <p:nvPr/>
        </p:nvSpPr>
        <p:spPr>
          <a:xfrm>
            <a:off x="8845906" y="2990088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8438" y="2990088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0971" y="2990088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648456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3648456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3373" y="3648456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4" name="Shape 22"/>
          <p:cNvSpPr/>
          <p:nvPr/>
        </p:nvSpPr>
        <p:spPr>
          <a:xfrm>
            <a:off x="8845906" y="3648456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4C7EF3"/>
          </a:solidFill>
          <a:ln/>
        </p:spPr>
      </p:sp>
      <p:sp>
        <p:nvSpPr>
          <p:cNvPr id="25" name="Shape 23"/>
          <p:cNvSpPr/>
          <p:nvPr/>
        </p:nvSpPr>
        <p:spPr>
          <a:xfrm>
            <a:off x="9908438" y="3648456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70971" y="3648456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306824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20840" y="4306824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3373" y="4306824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0" name="Shape 28"/>
          <p:cNvSpPr/>
          <p:nvPr/>
        </p:nvSpPr>
        <p:spPr>
          <a:xfrm>
            <a:off x="8845906" y="4306824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1" name="Shape 29"/>
          <p:cNvSpPr/>
          <p:nvPr/>
        </p:nvSpPr>
        <p:spPr>
          <a:xfrm>
            <a:off x="9908438" y="4306824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4C7EF3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70971" y="4306824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4965192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20840" y="4965192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5" name="Shape 33"/>
          <p:cNvSpPr/>
          <p:nvPr/>
        </p:nvSpPr>
        <p:spPr>
          <a:xfrm>
            <a:off x="7783373" y="4965192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6" name="Shape 34"/>
          <p:cNvSpPr/>
          <p:nvPr/>
        </p:nvSpPr>
        <p:spPr>
          <a:xfrm>
            <a:off x="8845906" y="4965192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7" name="Shape 35"/>
          <p:cNvSpPr/>
          <p:nvPr/>
        </p:nvSpPr>
        <p:spPr>
          <a:xfrm>
            <a:off x="9908438" y="4965192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70971" y="4965192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4C7EF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end-to-end pipeline turns raw data into a validated, trustworthy decision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27432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90088" y="2743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27432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27432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57216" y="2743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4C7EF3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27432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31736" y="27432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24344" y="2743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27432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98864" y="27432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91472" y="2743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27432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improves signal quality before a model ever sees the data.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turns raw scores into refined, interpretable outputs.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evaluation confirms the model generalizes, not just memorizes.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stages form a robust, reproducible, and trustworthy ML pipeline.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623</Words>
  <Application>Microsoft Office PowerPoint</Application>
  <PresentationFormat>Widescreen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 Hemanth kumar</cp:lastModifiedBy>
  <cp:revision>5</cp:revision>
  <dcterms:created xsi:type="dcterms:W3CDTF">2026-07-22T08:43:08Z</dcterms:created>
  <dcterms:modified xsi:type="dcterms:W3CDTF">2026-08-28T08:26:29Z</dcterms:modified>
</cp:coreProperties>
</file>